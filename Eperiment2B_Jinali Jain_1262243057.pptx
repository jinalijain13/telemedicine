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Medium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ali jain" userId="827235755e8399bd" providerId="LiveId" clId="{C7B2A107-5480-4257-9858-BC1E26D8B81B}"/>
    <pc:docChg chg="modSld">
      <pc:chgData name="jinali jain" userId="827235755e8399bd" providerId="LiveId" clId="{C7B2A107-5480-4257-9858-BC1E26D8B81B}" dt="2026-07-30T04:59:59.396" v="23" actId="20577"/>
      <pc:docMkLst>
        <pc:docMk/>
      </pc:docMkLst>
      <pc:sldChg chg="modSp mod">
        <pc:chgData name="jinali jain" userId="827235755e8399bd" providerId="LiveId" clId="{C7B2A107-5480-4257-9858-BC1E26D8B81B}" dt="2026-07-30T04:59:59.396" v="23" actId="20577"/>
        <pc:sldMkLst>
          <pc:docMk/>
          <pc:sldMk cId="0" sldId="256"/>
        </pc:sldMkLst>
        <pc:spChg chg="mod">
          <ac:chgData name="jinali jain" userId="827235755e8399bd" providerId="LiveId" clId="{C7B2A107-5480-4257-9858-BC1E26D8B81B}" dt="2026-07-30T04:59:59.396" v="23" actId="20577"/>
          <ac:spMkLst>
            <pc:docMk/>
            <pc:sldMk cId="0" sldId="256"/>
            <ac:spMk id="18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Khushi Jain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To consult doctor online and get medical support easily.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514959826"/>
              </p:ext>
            </p:extLst>
          </p:nvPr>
        </p:nvGraphicFramePr>
        <p:xfrm>
          <a:off x="226350" y="848300"/>
          <a:ext cx="8582100" cy="4719442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</a:t>
                      </a:r>
                      <a:r>
                        <a:rPr lang="en-IN" sz="1100" b="1" dirty="0" err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ogin</a:t>
                      </a: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earching for doctor 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ooking consultation / buying medicine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iewing prescription and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Explore homepage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Create account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UcPeriod"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 </a:t>
                      </a:r>
                      <a:endParaRPr lang="e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earch by speciality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 doctor/medicines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elect doctor/medicines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hoose date and time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onfrim appointment / shipping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iew prescription and download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logout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urious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Confused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</a:t>
                      </a:r>
                      <a:endParaRPr lang="en-IN"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onfident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atisfied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omepage with less distractions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Reduce login steps with simple form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roviding personal recommendation on the basis of user’s need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</a:t>
                      </a: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roviding information properly and reminder for appointment 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Providing follow-up reminders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Google Sans</vt:lpstr>
      <vt:lpstr>Google Sans Medium</vt:lpstr>
      <vt:lpstr>Arial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JINU JAIN</dc:creator>
  <cp:lastModifiedBy>jinali jain</cp:lastModifiedBy>
  <cp:revision>1</cp:revision>
  <dcterms:modified xsi:type="dcterms:W3CDTF">2026-07-30T05:00:03Z</dcterms:modified>
</cp:coreProperties>
</file>