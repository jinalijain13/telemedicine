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8"/>
  </p:notesMasterIdLst>
  <p:sldIdLst>
    <p:sldId id="256" r:id="rId3"/>
    <p:sldId id="257" r:id="rId4"/>
    <p:sldId id="258" r:id="rId5"/>
    <p:sldId id="260" r:id="rId6"/>
    <p:sldId id="259" r:id="rId7"/>
  </p:sldIdLst>
  <p:sldSz cx="9144000" cy="5143500" type="screen16x9"/>
  <p:notesSz cx="6858000" cy="9144000"/>
  <p:embeddedFontLst>
    <p:embeddedFont>
      <p:font typeface="Google Sans" panose="020B0604020202020204" charset="0"/>
      <p:regular r:id="rId9"/>
      <p:bold r:id="rId10"/>
      <p:italic r:id="rId11"/>
      <p:boldItalic r:id="rId12"/>
    </p:embeddedFont>
    <p:embeddedFont>
      <p:font typeface="Google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48CDE-56B8-44E5-B929-49B167A7C1FC}" v="10" dt="2026-09-23T15:31:02.783"/>
  </p1510:revLst>
</p1510:revInfo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0" autoAdjust="0"/>
    <p:restoredTop sz="94660"/>
  </p:normalViewPr>
  <p:slideViewPr>
    <p:cSldViewPr snapToGrid="0">
      <p:cViewPr>
        <p:scale>
          <a:sx n="125" d="100"/>
          <a:sy n="125" d="100"/>
        </p:scale>
        <p:origin x="72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ali jain" userId="827235755e8399bd" providerId="LiveId" clId="{C7B2A107-5480-4257-9858-BC1E26D8B81B}"/>
    <pc:docChg chg="undo custSel addSld delSld modSld sldOrd">
      <pc:chgData name="jinali jain" userId="827235755e8399bd" providerId="LiveId" clId="{C7B2A107-5480-4257-9858-BC1E26D8B81B}" dt="2026-09-23T15:49:05.783" v="2978" actId="20577"/>
      <pc:docMkLst>
        <pc:docMk/>
      </pc:docMkLst>
      <pc:sldChg chg="modSp mod">
        <pc:chgData name="jinali jain" userId="827235755e8399bd" providerId="LiveId" clId="{C7B2A107-5480-4257-9858-BC1E26D8B81B}" dt="2026-09-23T15:45:42.775" v="2642" actId="20577"/>
        <pc:sldMkLst>
          <pc:docMk/>
          <pc:sldMk cId="0" sldId="256"/>
        </pc:sldMkLst>
        <pc:graphicFrameChg chg="modGraphic">
          <ac:chgData name="jinali jain" userId="827235755e8399bd" providerId="LiveId" clId="{C7B2A107-5480-4257-9858-BC1E26D8B81B}" dt="2026-09-23T15:45:42.775" v="2642" actId="20577"/>
          <ac:graphicFrameMkLst>
            <pc:docMk/>
            <pc:sldMk cId="0" sldId="256"/>
            <ac:graphicFrameMk id="189" creationId="{00000000-0000-0000-0000-000000000000}"/>
          </ac:graphicFrameMkLst>
        </pc:graphicFrameChg>
      </pc:sldChg>
      <pc:sldChg chg="modSp add mod">
        <pc:chgData name="jinali jain" userId="827235755e8399bd" providerId="LiveId" clId="{C7B2A107-5480-4257-9858-BC1E26D8B81B}" dt="2026-09-23T15:47:56.700" v="2849" actId="20577"/>
        <pc:sldMkLst>
          <pc:docMk/>
          <pc:sldMk cId="1802739011" sldId="257"/>
        </pc:sldMkLst>
        <pc:spChg chg="mod">
          <ac:chgData name="jinali jain" userId="827235755e8399bd" providerId="LiveId" clId="{C7B2A107-5480-4257-9858-BC1E26D8B81B}" dt="2026-09-23T15:05:13.693" v="45" actId="20577"/>
          <ac:spMkLst>
            <pc:docMk/>
            <pc:sldMk cId="1802739011" sldId="257"/>
            <ac:spMk id="187" creationId="{BED6CCCA-DB68-25ED-D6FD-9CC676C1FCD5}"/>
          </ac:spMkLst>
        </pc:spChg>
        <pc:spChg chg="mod">
          <ac:chgData name="jinali jain" userId="827235755e8399bd" providerId="LiveId" clId="{C7B2A107-5480-4257-9858-BC1E26D8B81B}" dt="2026-09-23T15:47:56.700" v="2849" actId="20577"/>
          <ac:spMkLst>
            <pc:docMk/>
            <pc:sldMk cId="1802739011" sldId="257"/>
            <ac:spMk id="188" creationId="{AFA78F4F-8E54-2AE7-7DD4-8926F19E2E36}"/>
          </ac:spMkLst>
        </pc:spChg>
        <pc:graphicFrameChg chg="mod modGraphic">
          <ac:chgData name="jinali jain" userId="827235755e8399bd" providerId="LiveId" clId="{C7B2A107-5480-4257-9858-BC1E26D8B81B}" dt="2026-09-23T15:31:26.033" v="713" actId="20577"/>
          <ac:graphicFrameMkLst>
            <pc:docMk/>
            <pc:sldMk cId="1802739011" sldId="257"/>
            <ac:graphicFrameMk id="189" creationId="{B31E2146-5F90-1F9F-50B1-3CE1F7274CF2}"/>
          </ac:graphicFrameMkLst>
        </pc:graphicFrameChg>
      </pc:sldChg>
      <pc:sldChg chg="new del">
        <pc:chgData name="jinali jain" userId="827235755e8399bd" providerId="LiveId" clId="{C7B2A107-5480-4257-9858-BC1E26D8B81B}" dt="2026-09-23T14:36:46.610" v="25" actId="47"/>
        <pc:sldMkLst>
          <pc:docMk/>
          <pc:sldMk cId="3854038362" sldId="257"/>
        </pc:sldMkLst>
      </pc:sldChg>
      <pc:sldChg chg="modSp add del mod">
        <pc:chgData name="jinali jain" userId="827235755e8399bd" providerId="LiveId" clId="{C7B2A107-5480-4257-9858-BC1E26D8B81B}" dt="2026-09-23T15:48:20.456" v="2880" actId="20577"/>
        <pc:sldMkLst>
          <pc:docMk/>
          <pc:sldMk cId="613951097" sldId="258"/>
        </pc:sldMkLst>
        <pc:spChg chg="mod">
          <ac:chgData name="jinali jain" userId="827235755e8399bd" providerId="LiveId" clId="{C7B2A107-5480-4257-9858-BC1E26D8B81B}" dt="2026-09-23T15:31:48.628" v="736" actId="20577"/>
          <ac:spMkLst>
            <pc:docMk/>
            <pc:sldMk cId="613951097" sldId="258"/>
            <ac:spMk id="187" creationId="{2A6B3C40-471B-C33D-5A8C-8C80B8F16E4B}"/>
          </ac:spMkLst>
        </pc:spChg>
        <pc:spChg chg="mod">
          <ac:chgData name="jinali jain" userId="827235755e8399bd" providerId="LiveId" clId="{C7B2A107-5480-4257-9858-BC1E26D8B81B}" dt="2026-09-23T15:48:20.456" v="2880" actId="20577"/>
          <ac:spMkLst>
            <pc:docMk/>
            <pc:sldMk cId="613951097" sldId="258"/>
            <ac:spMk id="188" creationId="{873DB2DF-CC2A-ACB8-28D2-B32F848077B7}"/>
          </ac:spMkLst>
        </pc:spChg>
        <pc:graphicFrameChg chg="mod modGraphic">
          <ac:chgData name="jinali jain" userId="827235755e8399bd" providerId="LiveId" clId="{C7B2A107-5480-4257-9858-BC1E26D8B81B}" dt="2026-09-23T15:35:34.993" v="1373" actId="20577"/>
          <ac:graphicFrameMkLst>
            <pc:docMk/>
            <pc:sldMk cId="613951097" sldId="258"/>
            <ac:graphicFrameMk id="189" creationId="{706DDD23-E709-87B4-7C08-35FF1300C528}"/>
          </ac:graphicFrameMkLst>
        </pc:graphicFrameChg>
      </pc:sldChg>
      <pc:sldChg chg="modSp add del mod">
        <pc:chgData name="jinali jain" userId="827235755e8399bd" providerId="LiveId" clId="{C7B2A107-5480-4257-9858-BC1E26D8B81B}" dt="2026-09-23T15:49:05.783" v="2978" actId="20577"/>
        <pc:sldMkLst>
          <pc:docMk/>
          <pc:sldMk cId="795498593" sldId="259"/>
        </pc:sldMkLst>
        <pc:spChg chg="mod">
          <ac:chgData name="jinali jain" userId="827235755e8399bd" providerId="LiveId" clId="{C7B2A107-5480-4257-9858-BC1E26D8B81B}" dt="2026-09-23T15:40:32.618" v="1964" actId="20577"/>
          <ac:spMkLst>
            <pc:docMk/>
            <pc:sldMk cId="795498593" sldId="259"/>
            <ac:spMk id="187" creationId="{7EDE746F-5637-52A5-4049-1B8934BC9FA1}"/>
          </ac:spMkLst>
        </pc:spChg>
        <pc:spChg chg="mod">
          <ac:chgData name="jinali jain" userId="827235755e8399bd" providerId="LiveId" clId="{C7B2A107-5480-4257-9858-BC1E26D8B81B}" dt="2026-09-23T15:49:05.783" v="2978" actId="20577"/>
          <ac:spMkLst>
            <pc:docMk/>
            <pc:sldMk cId="795498593" sldId="259"/>
            <ac:spMk id="188" creationId="{E33A04F9-9E9E-F573-9729-BCA993C44FBD}"/>
          </ac:spMkLst>
        </pc:spChg>
        <pc:graphicFrameChg chg="modGraphic">
          <ac:chgData name="jinali jain" userId="827235755e8399bd" providerId="LiveId" clId="{C7B2A107-5480-4257-9858-BC1E26D8B81B}" dt="2026-09-23T15:45:27.228" v="2638" actId="20577"/>
          <ac:graphicFrameMkLst>
            <pc:docMk/>
            <pc:sldMk cId="795498593" sldId="259"/>
            <ac:graphicFrameMk id="189" creationId="{648C95BE-1947-4B38-44EA-566FCE9316C8}"/>
          </ac:graphicFrameMkLst>
        </pc:graphicFrameChg>
      </pc:sldChg>
      <pc:sldChg chg="modSp add del mod ord">
        <pc:chgData name="jinali jain" userId="827235755e8399bd" providerId="LiveId" clId="{C7B2A107-5480-4257-9858-BC1E26D8B81B}" dt="2026-09-23T15:48:38.822" v="2918" actId="20577"/>
        <pc:sldMkLst>
          <pc:docMk/>
          <pc:sldMk cId="1652283808" sldId="260"/>
        </pc:sldMkLst>
        <pc:spChg chg="mod">
          <ac:chgData name="jinali jain" userId="827235755e8399bd" providerId="LiveId" clId="{C7B2A107-5480-4257-9858-BC1E26D8B81B}" dt="2026-09-23T15:39:39.176" v="1945" actId="20577"/>
          <ac:spMkLst>
            <pc:docMk/>
            <pc:sldMk cId="1652283808" sldId="260"/>
            <ac:spMk id="187" creationId="{DF33A0B2-3028-E04E-3283-02A0CA50DBFE}"/>
          </ac:spMkLst>
        </pc:spChg>
        <pc:spChg chg="mod">
          <ac:chgData name="jinali jain" userId="827235755e8399bd" providerId="LiveId" clId="{C7B2A107-5480-4257-9858-BC1E26D8B81B}" dt="2026-09-23T15:48:38.822" v="2918" actId="20577"/>
          <ac:spMkLst>
            <pc:docMk/>
            <pc:sldMk cId="1652283808" sldId="260"/>
            <ac:spMk id="188" creationId="{ABC27316-0D30-C332-6404-59CB185801AD}"/>
          </ac:spMkLst>
        </pc:spChg>
        <pc:graphicFrameChg chg="modGraphic">
          <ac:chgData name="jinali jain" userId="827235755e8399bd" providerId="LiveId" clId="{C7B2A107-5480-4257-9858-BC1E26D8B81B}" dt="2026-09-23T15:41:10.183" v="2027" actId="20577"/>
          <ac:graphicFrameMkLst>
            <pc:docMk/>
            <pc:sldMk cId="1652283808" sldId="260"/>
            <ac:graphicFrameMk id="189" creationId="{0D0A1D8A-E173-7C08-6AC5-3DBD49C0B22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DDFD394D-6E42-1088-1337-65C448E6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E934C997-8077-40DF-6F25-C308A110C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336408D5-4B9E-C764-4D9D-F7FA6EC689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66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FFAC7CBB-42D5-E5A4-9684-DB911229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A28F373-8A24-3888-9AE6-68B1672B9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07F74A5E-7C6E-3CF4-A68B-C9CD70D29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784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DF804BB-AD6A-FDE1-AA8A-C3CCCF66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C83706E2-6BE1-F2D6-C74A-F766D2AC9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15F2A4C2-1A26-5916-E712-F495D45D7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870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02007F6-5DB3-B92A-9B8C-D1AB47BA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3812EA2-4BB3-6994-1177-A68034AC0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7D29D969-14E0-24EF-ED09-39A166410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91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Khushi Jain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To consult doctor online and get medical support easily.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2466131236"/>
              </p:ext>
            </p:extLst>
          </p:nvPr>
        </p:nvGraphicFramePr>
        <p:xfrm>
          <a:off x="226350" y="848300"/>
          <a:ext cx="8582100" cy="471944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homepage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 by speciality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 doctor/medicines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elect doctor/medicines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hoose date and time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onfirm appointment / shipping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 and download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Confused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onfident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omepage with less distractions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Reduce login steps with simple form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roviding personal recommendation on the basis of user’s need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roviding information properly and reminder for appointment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Providing follow-up reminders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AFE566AB-05C8-935E-CA69-BA80FABB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BED6CCCA-DB68-25ED-D6FD-9CC676C1FCD5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Mukti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AFA78F4F-8E54-2AE7-7DD4-8926F19E2E36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Personalized specialist recommendations 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B31E2146-5F90-1F9F-50B1-3CE1F7274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2767945"/>
              </p:ext>
            </p:extLst>
          </p:nvPr>
        </p:nvGraphicFramePr>
        <p:xfrm>
          <a:off x="226350" y="848300"/>
          <a:ext cx="8582100" cy="471944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healthcare services.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health need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Search </a:t>
                      </a:r>
                      <a:r>
                        <a:rPr lang="en-US" sz="1100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speciality</a:t>
                      </a: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C.Compare</a:t>
                      </a: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doctors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Select suitable doctor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Choose date and time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Confirm appointment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 and download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Confused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onfident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Clearly show important services.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Make login quick and simple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roviding personal recommendation on the basis of user’s need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Recommend doctors based on user’s need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Providing follow-up reminders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73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575F6E56-125D-2504-8231-5161373B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2A6B3C40-471B-C33D-5A8C-8C80B8F16E4B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Payanshi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873DB2DF-CC2A-ACB8-28D2-B32F848077B7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Clear navigation and guidance 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706DDD23-E709-87B4-7C08-35FF1300C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476459"/>
              </p:ext>
            </p:extLst>
          </p:nvPr>
        </p:nvGraphicFramePr>
        <p:xfrm>
          <a:off x="226350" y="848300"/>
          <a:ext cx="8582100" cy="436794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homepage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US" sz="1100" dirty="0"/>
                        <a:t>Explore available services.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US" sz="1100" dirty="0"/>
                        <a:t>Select required section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US" sz="1100" dirty="0"/>
                        <a:t>Choose doctor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Choose date and time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Confirm appointment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Return to home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Confused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Confused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Organize homepage sections clearly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Clearly show current page after login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Clearly show where the user is and where to go next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rovide clear step by step navigation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-IN" sz="1100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learly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show navigation and next action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95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BB21C4D0-B880-3DC5-EDAB-84D66B1E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DF33A0B2-3028-E04E-3283-02A0CA50DBFE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Riddhi</a:t>
            </a: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ABC27316-0D30-C332-6404-59CB185801AD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Easy access to important information 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0D0A1D8A-E173-7C08-6AC5-3DBD49C0B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040521"/>
              </p:ext>
            </p:extLst>
          </p:nvPr>
        </p:nvGraphicFramePr>
        <p:xfrm>
          <a:off x="226350" y="848300"/>
          <a:ext cx="8582100" cy="487086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healthcare information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 consultation information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ompare options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elect doctor/service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hoose date and time 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ead instructions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onfrim appointment / shipping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 and download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Neutral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onfident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ighlight important information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Keep login simple and clear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Make important information easy to find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</a:t>
                      </a:r>
                      <a:r>
                        <a:rPr lang="en-IN" sz="1100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mprove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visual hierarchy and section separation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Highlight prescription and important instructions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28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56E4B08E-459B-81FC-8139-F68FFE6F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7EDE746F-5637-52A5-4049-1B8934BC9FA1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kshitij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E33A04F9-9E9E-F573-9729-BCA993C44FBD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 Fast , distraction-free task completion.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648C95BE-1947-4B38-44EA-566FCE931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6805117"/>
              </p:ext>
            </p:extLst>
          </p:nvPr>
        </p:nvGraphicFramePr>
        <p:xfrm>
          <a:off x="226350" y="848300"/>
          <a:ext cx="8582100" cy="453558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homepage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 required service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doctor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Review </a:t>
                      </a:r>
                      <a:r>
                        <a:rPr lang="en-IN" sz="1100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deatils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hoose date and time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onfrim appointment / shipping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 and download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Confused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onfident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educe promotional banners and unnecessary options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Make login process simple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Reduce unnecessary options and steps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Give immediate confirmation after booking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Provide clear confirmation and status feedback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4985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667</Words>
  <Application>Microsoft Office PowerPoint</Application>
  <PresentationFormat>On-screen Show (16:9)</PresentationFormat>
  <Paragraphs>213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Google Sans</vt:lpstr>
      <vt:lpstr>Google Sans Medium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JINU JAIN</dc:creator>
  <cp:lastModifiedBy>jinali jain</cp:lastModifiedBy>
  <cp:revision>1</cp:revision>
  <dcterms:modified xsi:type="dcterms:W3CDTF">2026-09-23T15:49:07Z</dcterms:modified>
</cp:coreProperties>
</file>