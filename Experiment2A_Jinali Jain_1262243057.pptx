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Google Sans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9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ali jain" userId="827235755e8399bd" providerId="LiveId" clId="{C7B2A107-5480-4257-9858-BC1E26D8B81B}"/>
    <pc:docChg chg="undo custSel addSld modSld">
      <pc:chgData name="jinali jain" userId="827235755e8399bd" providerId="LiveId" clId="{C7B2A107-5480-4257-9858-BC1E26D8B81B}" dt="2026-07-31T10:49:59.404" v="5681" actId="20577"/>
      <pc:docMkLst>
        <pc:docMk/>
      </pc:docMkLst>
      <pc:sldChg chg="delSp modSp mod">
        <pc:chgData name="jinali jain" userId="827235755e8399bd" providerId="LiveId" clId="{C7B2A107-5480-4257-9858-BC1E26D8B81B}" dt="2026-07-31T10:46:52.691" v="5264" actId="1076"/>
        <pc:sldMkLst>
          <pc:docMk/>
          <pc:sldMk cId="0" sldId="256"/>
        </pc:sldMkLst>
        <pc:spChg chg="mod">
          <ac:chgData name="jinali jain" userId="827235755e8399bd" providerId="LiveId" clId="{C7B2A107-5480-4257-9858-BC1E26D8B81B}" dt="2026-07-30T03:58:26.482" v="48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jinali jain" userId="827235755e8399bd" providerId="LiveId" clId="{C7B2A107-5480-4257-9858-BC1E26D8B81B}" dt="2026-07-30T04:16:17.608" v="522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jinali jain" userId="827235755e8399bd" providerId="LiveId" clId="{C7B2A107-5480-4257-9858-BC1E26D8B81B}" dt="2026-07-30T04:34:58.756" v="1589" actId="20577"/>
          <ac:spMkLst>
            <pc:docMk/>
            <pc:sldMk cId="0" sldId="256"/>
            <ac:spMk id="58" creationId="{00000000-0000-0000-0000-000000000000}"/>
          </ac:spMkLst>
        </pc:spChg>
        <pc:spChg chg="mod">
          <ac:chgData name="jinali jain" userId="827235755e8399bd" providerId="LiveId" clId="{C7B2A107-5480-4257-9858-BC1E26D8B81B}" dt="2026-07-30T04:57:10.824" v="2477" actId="20577"/>
          <ac:spMkLst>
            <pc:docMk/>
            <pc:sldMk cId="0" sldId="256"/>
            <ac:spMk id="59" creationId="{00000000-0000-0000-0000-000000000000}"/>
          </ac:spMkLst>
        </pc:spChg>
        <pc:spChg chg="mod">
          <ac:chgData name="jinali jain" userId="827235755e8399bd" providerId="LiveId" clId="{C7B2A107-5480-4257-9858-BC1E26D8B81B}" dt="2026-07-30T13:32:43.647" v="2765" actId="20577"/>
          <ac:spMkLst>
            <pc:docMk/>
            <pc:sldMk cId="0" sldId="256"/>
            <ac:spMk id="60" creationId="{00000000-0000-0000-0000-000000000000}"/>
          </ac:spMkLst>
        </pc:spChg>
        <pc:spChg chg="mod">
          <ac:chgData name="jinali jain" userId="827235755e8399bd" providerId="LiveId" clId="{C7B2A107-5480-4257-9858-BC1E26D8B81B}" dt="2026-07-31T10:46:52.691" v="5264" actId="1076"/>
          <ac:spMkLst>
            <pc:docMk/>
            <pc:sldMk cId="0" sldId="256"/>
            <ac:spMk id="61" creationId="{00000000-0000-0000-0000-000000000000}"/>
          </ac:spMkLst>
        </pc:spChg>
        <pc:picChg chg="del">
          <ac:chgData name="jinali jain" userId="827235755e8399bd" providerId="LiveId" clId="{C7B2A107-5480-4257-9858-BC1E26D8B81B}" dt="2026-07-30T03:55:51.671" v="0" actId="478"/>
          <ac:picMkLst>
            <pc:docMk/>
            <pc:sldMk cId="0" sldId="256"/>
            <ac:picMk id="7" creationId="{DB66B806-51F2-DCED-0E48-A6CC22A341DB}"/>
          </ac:picMkLst>
        </pc:picChg>
      </pc:sldChg>
      <pc:sldChg chg="modSp add mod">
        <pc:chgData name="jinali jain" userId="827235755e8399bd" providerId="LiveId" clId="{C7B2A107-5480-4257-9858-BC1E26D8B81B}" dt="2026-07-31T10:30:42.534" v="3435" actId="1076"/>
        <pc:sldMkLst>
          <pc:docMk/>
          <pc:sldMk cId="1223729267" sldId="257"/>
        </pc:sldMkLst>
        <pc:spChg chg="mod">
          <ac:chgData name="jinali jain" userId="827235755e8399bd" providerId="LiveId" clId="{C7B2A107-5480-4257-9858-BC1E26D8B81B}" dt="2026-07-30T03:58:57.487" v="68" actId="20577"/>
          <ac:spMkLst>
            <pc:docMk/>
            <pc:sldMk cId="1223729267" sldId="257"/>
            <ac:spMk id="55" creationId="{5744A235-6E1C-DFC5-6D9A-FDA8DD5F99C4}"/>
          </ac:spMkLst>
        </pc:spChg>
        <pc:spChg chg="mod">
          <ac:chgData name="jinali jain" userId="827235755e8399bd" providerId="LiveId" clId="{C7B2A107-5480-4257-9858-BC1E26D8B81B}" dt="2026-07-30T04:01:49.722" v="268" actId="20577"/>
          <ac:spMkLst>
            <pc:docMk/>
            <pc:sldMk cId="1223729267" sldId="257"/>
            <ac:spMk id="57" creationId="{C4B91F90-470F-05E7-BD7A-021B43C7E9BC}"/>
          </ac:spMkLst>
        </pc:spChg>
        <pc:spChg chg="mod">
          <ac:chgData name="jinali jain" userId="827235755e8399bd" providerId="LiveId" clId="{C7B2A107-5480-4257-9858-BC1E26D8B81B}" dt="2026-07-31T10:30:42.534" v="3435" actId="1076"/>
          <ac:spMkLst>
            <pc:docMk/>
            <pc:sldMk cId="1223729267" sldId="257"/>
            <ac:spMk id="58" creationId="{07A8B5F7-C4E9-9AF9-10FA-82D3CFF7891A}"/>
          </ac:spMkLst>
        </pc:spChg>
        <pc:spChg chg="mod">
          <ac:chgData name="jinali jain" userId="827235755e8399bd" providerId="LiveId" clId="{C7B2A107-5480-4257-9858-BC1E26D8B81B}" dt="2026-07-30T13:23:53.065" v="2518" actId="20577"/>
          <ac:spMkLst>
            <pc:docMk/>
            <pc:sldMk cId="1223729267" sldId="257"/>
            <ac:spMk id="59" creationId="{8D81A527-749E-0B88-E750-7946F84D916D}"/>
          </ac:spMkLst>
        </pc:spChg>
        <pc:spChg chg="mod">
          <ac:chgData name="jinali jain" userId="827235755e8399bd" providerId="LiveId" clId="{C7B2A107-5480-4257-9858-BC1E26D8B81B}" dt="2026-07-30T13:24:52.965" v="2764" actId="20577"/>
          <ac:spMkLst>
            <pc:docMk/>
            <pc:sldMk cId="1223729267" sldId="257"/>
            <ac:spMk id="60" creationId="{5A8C55DE-EFD7-28B3-3BB8-B42861CFC7D9}"/>
          </ac:spMkLst>
        </pc:spChg>
        <pc:spChg chg="mod">
          <ac:chgData name="jinali jain" userId="827235755e8399bd" providerId="LiveId" clId="{C7B2A107-5480-4257-9858-BC1E26D8B81B}" dt="2026-07-30T13:23:27.069" v="2499" actId="20577"/>
          <ac:spMkLst>
            <pc:docMk/>
            <pc:sldMk cId="1223729267" sldId="257"/>
            <ac:spMk id="61" creationId="{0D973556-D632-4043-4BD0-4161AD6E88B7}"/>
          </ac:spMkLst>
        </pc:spChg>
      </pc:sldChg>
      <pc:sldChg chg="modSp add mod">
        <pc:chgData name="jinali jain" userId="827235755e8399bd" providerId="LiveId" clId="{C7B2A107-5480-4257-9858-BC1E26D8B81B}" dt="2026-07-31T10:33:51.222" v="3931" actId="20577"/>
        <pc:sldMkLst>
          <pc:docMk/>
          <pc:sldMk cId="1399832246" sldId="258"/>
        </pc:sldMkLst>
        <pc:spChg chg="mod">
          <ac:chgData name="jinali jain" userId="827235755e8399bd" providerId="LiveId" clId="{C7B2A107-5480-4257-9858-BC1E26D8B81B}" dt="2026-07-30T03:59:08.340" v="87" actId="20577"/>
          <ac:spMkLst>
            <pc:docMk/>
            <pc:sldMk cId="1399832246" sldId="258"/>
            <ac:spMk id="55" creationId="{372CE6C6-B8B5-F6AA-81E5-53E81E79FAE9}"/>
          </ac:spMkLst>
        </pc:spChg>
        <pc:spChg chg="mod">
          <ac:chgData name="jinali jain" userId="827235755e8399bd" providerId="LiveId" clId="{C7B2A107-5480-4257-9858-BC1E26D8B81B}" dt="2026-07-30T04:15:31.381" v="494" actId="20577"/>
          <ac:spMkLst>
            <pc:docMk/>
            <pc:sldMk cId="1399832246" sldId="258"/>
            <ac:spMk id="57" creationId="{9F5D4501-40E7-F03E-CAB8-563172061764}"/>
          </ac:spMkLst>
        </pc:spChg>
        <pc:spChg chg="mod">
          <ac:chgData name="jinali jain" userId="827235755e8399bd" providerId="LiveId" clId="{C7B2A107-5480-4257-9858-BC1E26D8B81B}" dt="2026-07-31T10:31:39.121" v="3557" actId="20577"/>
          <ac:spMkLst>
            <pc:docMk/>
            <pc:sldMk cId="1399832246" sldId="258"/>
            <ac:spMk id="58" creationId="{AE77219D-259C-0239-BF65-42459FD580A4}"/>
          </ac:spMkLst>
        </pc:spChg>
        <pc:spChg chg="mod">
          <ac:chgData name="jinali jain" userId="827235755e8399bd" providerId="LiveId" clId="{C7B2A107-5480-4257-9858-BC1E26D8B81B}" dt="2026-07-31T10:30:16.962" v="3432" actId="1076"/>
          <ac:spMkLst>
            <pc:docMk/>
            <pc:sldMk cId="1399832246" sldId="258"/>
            <ac:spMk id="59" creationId="{06AFD26A-FE10-71C0-B0DE-BB0BB3DDC164}"/>
          </ac:spMkLst>
        </pc:spChg>
        <pc:spChg chg="mod">
          <ac:chgData name="jinali jain" userId="827235755e8399bd" providerId="LiveId" clId="{C7B2A107-5480-4257-9858-BC1E26D8B81B}" dt="2026-07-31T10:30:31.672" v="3434" actId="1076"/>
          <ac:spMkLst>
            <pc:docMk/>
            <pc:sldMk cId="1399832246" sldId="258"/>
            <ac:spMk id="60" creationId="{B0752C10-296C-5A70-B7D0-1F4FECCF3D81}"/>
          </ac:spMkLst>
        </pc:spChg>
        <pc:spChg chg="mod">
          <ac:chgData name="jinali jain" userId="827235755e8399bd" providerId="LiveId" clId="{C7B2A107-5480-4257-9858-BC1E26D8B81B}" dt="2026-07-31T10:33:51.222" v="3931" actId="20577"/>
          <ac:spMkLst>
            <pc:docMk/>
            <pc:sldMk cId="1399832246" sldId="258"/>
            <ac:spMk id="61" creationId="{64AEC389-5329-BF19-8D9F-FF7AD9E0043F}"/>
          </ac:spMkLst>
        </pc:spChg>
      </pc:sldChg>
      <pc:sldChg chg="modSp add mod">
        <pc:chgData name="jinali jain" userId="827235755e8399bd" providerId="LiveId" clId="{C7B2A107-5480-4257-9858-BC1E26D8B81B}" dt="2026-07-31T10:47:08.891" v="5265" actId="255"/>
        <pc:sldMkLst>
          <pc:docMk/>
          <pc:sldMk cId="2872603071" sldId="259"/>
        </pc:sldMkLst>
        <pc:spChg chg="mod">
          <ac:chgData name="jinali jain" userId="827235755e8399bd" providerId="LiveId" clId="{C7B2A107-5480-4257-9858-BC1E26D8B81B}" dt="2026-07-30T03:59:17.261" v="104" actId="20577"/>
          <ac:spMkLst>
            <pc:docMk/>
            <pc:sldMk cId="2872603071" sldId="259"/>
            <ac:spMk id="55" creationId="{7FD96FA6-5EA0-290F-489E-8D88EFBE5B73}"/>
          </ac:spMkLst>
        </pc:spChg>
        <pc:spChg chg="mod">
          <ac:chgData name="jinali jain" userId="827235755e8399bd" providerId="LiveId" clId="{C7B2A107-5480-4257-9858-BC1E26D8B81B}" dt="2026-07-30T04:14:03.907" v="410" actId="20577"/>
          <ac:spMkLst>
            <pc:docMk/>
            <pc:sldMk cId="2872603071" sldId="259"/>
            <ac:spMk id="57" creationId="{1CC4486A-3E1C-78BD-0D79-180FB31B762C}"/>
          </ac:spMkLst>
        </pc:spChg>
        <pc:spChg chg="mod">
          <ac:chgData name="jinali jain" userId="827235755e8399bd" providerId="LiveId" clId="{C7B2A107-5480-4257-9858-BC1E26D8B81B}" dt="2026-07-31T10:37:07.745" v="4081" actId="20577"/>
          <ac:spMkLst>
            <pc:docMk/>
            <pc:sldMk cId="2872603071" sldId="259"/>
            <ac:spMk id="58" creationId="{FBD5FB2C-CD67-0A45-6DAB-06048DBC89D3}"/>
          </ac:spMkLst>
        </pc:spChg>
        <pc:spChg chg="mod">
          <ac:chgData name="jinali jain" userId="827235755e8399bd" providerId="LiveId" clId="{C7B2A107-5480-4257-9858-BC1E26D8B81B}" dt="2026-07-31T10:38:20.105" v="4365" actId="20577"/>
          <ac:spMkLst>
            <pc:docMk/>
            <pc:sldMk cId="2872603071" sldId="259"/>
            <ac:spMk id="59" creationId="{8318F4C9-5FE3-7509-1CF0-144D48A5C2D7}"/>
          </ac:spMkLst>
        </pc:spChg>
        <pc:spChg chg="mod">
          <ac:chgData name="jinali jain" userId="827235755e8399bd" providerId="LiveId" clId="{C7B2A107-5480-4257-9858-BC1E26D8B81B}" dt="2026-07-31T10:39:46.521" v="4570" actId="5793"/>
          <ac:spMkLst>
            <pc:docMk/>
            <pc:sldMk cId="2872603071" sldId="259"/>
            <ac:spMk id="60" creationId="{E2F9811A-C348-0BF2-C891-DC782716EEAA}"/>
          </ac:spMkLst>
        </pc:spChg>
        <pc:spChg chg="mod">
          <ac:chgData name="jinali jain" userId="827235755e8399bd" providerId="LiveId" clId="{C7B2A107-5480-4257-9858-BC1E26D8B81B}" dt="2026-07-31T10:47:08.891" v="5265" actId="255"/>
          <ac:spMkLst>
            <pc:docMk/>
            <pc:sldMk cId="2872603071" sldId="259"/>
            <ac:spMk id="61" creationId="{6E7719B5-ABB6-EE88-C063-00811B57723F}"/>
          </ac:spMkLst>
        </pc:spChg>
      </pc:sldChg>
      <pc:sldChg chg="modSp add mod">
        <pc:chgData name="jinali jain" userId="827235755e8399bd" providerId="LiveId" clId="{C7B2A107-5480-4257-9858-BC1E26D8B81B}" dt="2026-07-31T10:49:59.404" v="5681" actId="20577"/>
        <pc:sldMkLst>
          <pc:docMk/>
          <pc:sldMk cId="1302130208" sldId="260"/>
        </pc:sldMkLst>
        <pc:spChg chg="mod">
          <ac:chgData name="jinali jain" userId="827235755e8399bd" providerId="LiveId" clId="{C7B2A107-5480-4257-9858-BC1E26D8B81B}" dt="2026-07-30T03:59:45.070" v="122" actId="20577"/>
          <ac:spMkLst>
            <pc:docMk/>
            <pc:sldMk cId="1302130208" sldId="260"/>
            <ac:spMk id="55" creationId="{3E722754-A2A7-AB16-6F14-794F1D538A1D}"/>
          </ac:spMkLst>
        </pc:spChg>
        <pc:spChg chg="mod">
          <ac:chgData name="jinali jain" userId="827235755e8399bd" providerId="LiveId" clId="{C7B2A107-5480-4257-9858-BC1E26D8B81B}" dt="2026-07-30T04:15:13.746" v="490" actId="20577"/>
          <ac:spMkLst>
            <pc:docMk/>
            <pc:sldMk cId="1302130208" sldId="260"/>
            <ac:spMk id="57" creationId="{39E4FF82-222A-A79B-F19D-B4F22C063306}"/>
          </ac:spMkLst>
        </pc:spChg>
        <pc:spChg chg="mod">
          <ac:chgData name="jinali jain" userId="827235755e8399bd" providerId="LiveId" clId="{C7B2A107-5480-4257-9858-BC1E26D8B81B}" dt="2026-07-31T10:46:33.629" v="5262" actId="1076"/>
          <ac:spMkLst>
            <pc:docMk/>
            <pc:sldMk cId="1302130208" sldId="260"/>
            <ac:spMk id="58" creationId="{BE120B7C-F266-22A0-30C4-8D6B4C002793}"/>
          </ac:spMkLst>
        </pc:spChg>
        <pc:spChg chg="mod">
          <ac:chgData name="jinali jain" userId="827235755e8399bd" providerId="LiveId" clId="{C7B2A107-5480-4257-9858-BC1E26D8B81B}" dt="2026-07-31T10:46:28.091" v="5261" actId="1076"/>
          <ac:spMkLst>
            <pc:docMk/>
            <pc:sldMk cId="1302130208" sldId="260"/>
            <ac:spMk id="59" creationId="{2C42510F-7227-BA3D-EA29-35045DF71D29}"/>
          </ac:spMkLst>
        </pc:spChg>
        <pc:spChg chg="mod">
          <ac:chgData name="jinali jain" userId="827235755e8399bd" providerId="LiveId" clId="{C7B2A107-5480-4257-9858-BC1E26D8B81B}" dt="2026-07-31T10:46:37.124" v="5263" actId="1076"/>
          <ac:spMkLst>
            <pc:docMk/>
            <pc:sldMk cId="1302130208" sldId="260"/>
            <ac:spMk id="60" creationId="{1CE34866-F163-7ADD-BDBC-F3458FB5116C}"/>
          </ac:spMkLst>
        </pc:spChg>
        <pc:spChg chg="mod">
          <ac:chgData name="jinali jain" userId="827235755e8399bd" providerId="LiveId" clId="{C7B2A107-5480-4257-9858-BC1E26D8B81B}" dt="2026-07-31T10:49:59.404" v="5681" actId="20577"/>
          <ac:spMkLst>
            <pc:docMk/>
            <pc:sldMk cId="1302130208" sldId="260"/>
            <ac:spMk id="61" creationId="{3D49B51D-226E-CA17-B17B-DDD6552208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83C2F0E-2EC5-281C-2B30-20DC3C90C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74BD5A0E-DB29-D846-FC2D-B336358C9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4068FB58-C889-4CF3-7A2C-0A89106E2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705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E4D83E-7C9C-3492-D383-C08A40EB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F70855DB-D6C6-AFC2-230C-E4DF9F19A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A524F948-BB03-5B8A-3C94-3A4029515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364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C07D0D0-49AA-B53B-91A8-FEC10388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0C51FDD6-D634-5ED2-F264-D71F7E777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96C55AA7-6BCB-22A6-2925-8B19998B96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261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675F950-256F-A37B-FFB8-D9897C26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CB783DC1-D727-F9EF-A34C-DFF941755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4679FF9B-9849-7C99-E6E3-983547EC4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778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Khushi Jain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18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B.Tech</a:t>
            </a: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Student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Jaipur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Lives with Parents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College Stude</a:t>
            </a: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nt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“Wanting a website which is </a:t>
            </a:r>
            <a:r>
              <a:rPr lang="en" sz="1800" i="1" dirty="0">
                <a:latin typeface="Google Sans"/>
                <a:ea typeface="Google Sans"/>
                <a:cs typeface="Google Sans"/>
                <a:sym typeface="Google Sans"/>
              </a:rPr>
              <a:t>simple and east to use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To book online consulation easily</a:t>
            </a:r>
            <a:endParaRPr lang="en"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Find the right doctor easily.</a:t>
            </a:r>
          </a:p>
          <a:p>
            <a:pPr marL="457200" lvl="0" indent="-317500">
              <a:buSzPts val="1400"/>
              <a:buFont typeface="Google Sans"/>
              <a:buChar char="●"/>
            </a:pP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Making </a:t>
            </a:r>
            <a:r>
              <a:rPr lang="en-IN" dirty="0"/>
              <a:t>appointment </a:t>
            </a: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with minimal steps</a:t>
            </a: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.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ser finds difficulty in using esanjeevani because of its complicated homepage.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any steps for even booking appointment.</a:t>
            </a:r>
          </a:p>
        </p:txBody>
      </p:sp>
      <p:sp>
        <p:nvSpPr>
          <p:cNvPr id="61" name="Google Shape;61;p13"/>
          <p:cNvSpPr txBox="1"/>
          <p:nvPr/>
        </p:nvSpPr>
        <p:spPr>
          <a:xfrm>
            <a:off x="3651375" y="3589300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100" dirty="0">
                <a:latin typeface="Google Sans"/>
                <a:ea typeface="Google Sans"/>
                <a:cs typeface="Google Sans"/>
                <a:sym typeface="Google Sans"/>
              </a:rPr>
              <a:t>K</a:t>
            </a: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hushi  , a college student , uses online telemedicines websites like esanjeevani when she needs medical advice . Due to her college schedule , she prefers consulting doctors online instead of visiting hospital. </a:t>
            </a:r>
            <a:r>
              <a:rPr lang="en-IN" sz="1100" dirty="0"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he expects from the website to be simple and easy to understand as a first time user but esanjeevani’s homepage is very complicated for first user with so many steps. </a:t>
            </a:r>
            <a:r>
              <a:rPr lang="en-IN" sz="1100" dirty="0"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he wants a website which is easy to understand and which can be used by anyone easily.</a:t>
            </a:r>
            <a:endParaRPr sz="11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8D135B7-6B1E-081E-7346-5DDC5F6C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5C0F624-1C38-3F6C-85ED-E7FCD90E3251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5744A235-6E1C-DFC5-6D9A-FDA8DD5F99C4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 Mukti 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A65F9B2-B28F-A125-A9C2-1302DF26F61B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C4B91F90-470F-05E7-BD7A-021B43C7E9BC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29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B.Tech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Ahemdabad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Lives with family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Software Engineer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07A8B5F7-C4E9-9AF9-10FA-82D3CFF7891A}"/>
              </a:ext>
            </a:extLst>
          </p:cNvPr>
          <p:cNvSpPr txBox="1"/>
          <p:nvPr/>
        </p:nvSpPr>
        <p:spPr>
          <a:xfrm>
            <a:off x="3656675" y="3534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“Wanting a website which </a:t>
            </a:r>
            <a:r>
              <a:rPr lang="en" sz="1800" i="1" dirty="0">
                <a:latin typeface="Google Sans"/>
                <a:ea typeface="Google Sans"/>
                <a:cs typeface="Google Sans"/>
                <a:sym typeface="Google Sans"/>
              </a:rPr>
              <a:t>provides personal recommendation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8D81A527-749E-0B88-E750-7946F84D916D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earching should be easy.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IN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Making appointment based on need.</a:t>
            </a:r>
            <a:endParaRPr lang="en"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Find the best option easily .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A8C55DE-EFD7-28B3-3BB8-B42861CFC7D9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No personal recommendation 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earching is difficult.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inding specialist doctor is difficult.</a:t>
            </a: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0D973556-D632-4043-4BD0-4161AD6E88B7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Mukti, Software Engineer  , uses online telemedicines like esanjeevani when she needs medical advice for her child . </a:t>
            </a:r>
            <a:r>
              <a:rPr lang="en-IN" sz="1100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ecause of her hectic office hours , she prefers consulting doctors online instead of visiting hospital . </a:t>
            </a:r>
            <a:r>
              <a:rPr lang="en-IN" sz="1100" dirty="0"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he expects personal recommendation from </a:t>
            </a:r>
            <a:r>
              <a:rPr lang="en-IN" sz="1100" dirty="0">
                <a:latin typeface="Google Sans"/>
                <a:ea typeface="Google Sans"/>
                <a:cs typeface="Google Sans"/>
                <a:sym typeface="Google Sans"/>
              </a:rPr>
              <a:t>W</a:t>
            </a:r>
            <a:r>
              <a:rPr lang="en" sz="1100" dirty="0">
                <a:latin typeface="Google Sans"/>
                <a:ea typeface="Google Sans"/>
                <a:cs typeface="Google Sans"/>
                <a:sym typeface="Google Sans"/>
              </a:rPr>
              <a:t>ebsite but this website does not provide it which makes searching difficult for her . </a:t>
            </a:r>
            <a:endParaRPr sz="11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009DB794-3649-F1C0-54A7-A87A609A65B2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22372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E8DD267-C79C-261E-8B12-0F6AA88B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146CED6-4870-CE25-8583-CB4A336B2358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372CE6C6-B8B5-F6AA-81E5-53E81E79FAE9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Payanshi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A826A776-0F65-1A7C-951A-10BF3F84C3A3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9F5D4501-40E7-F03E-CAB8-563172061764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19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B.Tech</a:t>
            </a: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Student 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 err="1">
                <a:latin typeface="Google Sans"/>
                <a:ea typeface="Google Sans"/>
                <a:cs typeface="Google Sans"/>
                <a:sym typeface="Google Sans"/>
              </a:rPr>
              <a:t>Banglore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Lives with Parents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College Stude</a:t>
            </a: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nt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E77219D-259C-0239-BF65-42459FD580A4}"/>
              </a:ext>
            </a:extLst>
          </p:cNvPr>
          <p:cNvSpPr txBox="1"/>
          <p:nvPr/>
        </p:nvSpPr>
        <p:spPr>
          <a:xfrm>
            <a:off x="3646575" y="339350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lang="en-IN" sz="1800" i="1" dirty="0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1800" i="1" dirty="0">
                <a:latin typeface="Google Sans"/>
                <a:ea typeface="Google Sans"/>
                <a:cs typeface="Google Sans"/>
                <a:sym typeface="Google Sans"/>
              </a:rPr>
              <a:t> want to know where </a:t>
            </a:r>
            <a:r>
              <a:rPr lang="en-IN" sz="1800" i="1" dirty="0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1800" i="1" dirty="0">
                <a:latin typeface="Google Sans"/>
                <a:ea typeface="Google Sans"/>
                <a:cs typeface="Google Sans"/>
                <a:sym typeface="Google Sans"/>
              </a:rPr>
              <a:t> am and where to go next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06AFD26A-FE10-71C0-B0DE-BB0BB3DDC164}"/>
              </a:ext>
            </a:extLst>
          </p:cNvPr>
          <p:cNvSpPr txBox="1"/>
          <p:nvPr/>
        </p:nvSpPr>
        <p:spPr>
          <a:xfrm>
            <a:off x="3646575" y="1370025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To easily access online consultation. 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o understand available services.</a:t>
            </a:r>
            <a:endParaRPr lang="en"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To complete tasks without confusion.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B0752C10-296C-5A70-B7D0-1F4FECCF3D81}"/>
              </a:ext>
            </a:extLst>
          </p:cNvPr>
          <p:cNvSpPr txBox="1"/>
          <p:nvPr/>
        </p:nvSpPr>
        <p:spPr>
          <a:xfrm>
            <a:off x="6326475" y="1370025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Website does not clearly shows the current page.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ifficult to know which section to visit next.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mportant sections could be organized more clearly.</a:t>
            </a: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64AEC389-5329-BF19-8D9F-FF7AD9E0043F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Payanshi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is a B.Tech. student who is comfortable using online services. While using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eSanjeevani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, she tries to find different health care services bu</a:t>
            </a:r>
            <a:r>
              <a:rPr lang="en-US" sz="1200" dirty="0">
                <a:latin typeface="Google Sans"/>
                <a:ea typeface="Google Sans"/>
                <a:cs typeface="Google Sans"/>
                <a:sym typeface="Google Sans"/>
              </a:rPr>
              <a:t>t finds the navigation structure confusing. She has difficulty knowing which section to open next and where to return after visiting another page.</a:t>
            </a:r>
            <a:endParaRPr sz="12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1093D08E-0FEC-E393-D0D8-65C66C52BE2A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399832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BAD1684-5943-B48B-EF6A-B2785E8B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B5B987F-96CD-E5EB-5178-424F2E5B7329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7FD96FA6-5EA0-290F-489E-8D88EFBE5B73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Riddhi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27C5B939-5815-A107-AAEF-E36918098E8B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1CC4486A-3E1C-78BD-0D79-180FB31B762C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29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B.Com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Bar</a:t>
            </a: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oda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Lives with Parents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Accountant 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FBD5FB2C-CD67-0A45-6DAB-06048DBC89D3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lang="en-IN" sz="1800" i="1" dirty="0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1800" i="1" dirty="0">
                <a:latin typeface="Google Sans"/>
                <a:ea typeface="Google Sans"/>
                <a:cs typeface="Google Sans"/>
                <a:sym typeface="Google Sans"/>
              </a:rPr>
              <a:t> want important healthcare information to be clear and easy to find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8318F4C9-5FE3-7509-1CF0-144D48A5C2D7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To quickly understand consulation information.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o find important instruction easily.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To read information clearly.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 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E2F9811A-C348-0BF2-C891-DC782716EEAA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Important information is not visually highlighted.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Sections could have clearer visual separation.</a:t>
            </a:r>
          </a:p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en-US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6E7719B5-ABB6-EE88-C063-00811B57723F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dirty="0">
                <a:latin typeface="Google Sans"/>
                <a:ea typeface="Google Sans"/>
                <a:cs typeface="Google Sans"/>
                <a:sym typeface="Google Sans"/>
              </a:rPr>
              <a:t>Riddhi is an accountant who usually uses esanjeevani after work.she wants to qucikly read consulation information and instructions . </a:t>
            </a:r>
            <a:r>
              <a:rPr lang="en-IN" sz="1200" dirty="0">
                <a:latin typeface="Google Sans"/>
                <a:ea typeface="Google Sans"/>
                <a:cs typeface="Google Sans"/>
                <a:sym typeface="Google Sans"/>
              </a:rPr>
              <a:t>H</a:t>
            </a:r>
            <a:r>
              <a:rPr lang="en" sz="1200" dirty="0">
                <a:latin typeface="Google Sans"/>
                <a:ea typeface="Google Sans"/>
                <a:cs typeface="Google Sans"/>
                <a:sym typeface="Google Sans"/>
              </a:rPr>
              <a:t>owever, when information is not visually highlighted or clearly organized, she has to spend more time searching and reading through the page.</a:t>
            </a:r>
            <a:endParaRPr sz="12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B1D83665-1FB7-9C5D-1BAD-DCC1B0AEFB65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87260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17CEE0-392F-6E0A-7511-14F72DE9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309B33B-FD32-9446-7054-34D42D4DAC58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3E722754-A2A7-AB16-6F14-794F1D538A1D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Kshitij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64A1DC35-1707-A5E7-4D47-5B5A2C8846DE}"/>
              </a:ext>
            </a:extLst>
          </p:cNvPr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39E4FF82-222A-A79B-F19D-B4F22C063306}"/>
              </a:ext>
            </a:extLst>
          </p:cNvPr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28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BBA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Delhi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Lives with Parents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Marketing Executive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BE120B7C-F266-22A0-30C4-8D6B4C002793}"/>
              </a:ext>
            </a:extLst>
          </p:cNvPr>
          <p:cNvSpPr txBox="1"/>
          <p:nvPr/>
        </p:nvSpPr>
        <p:spPr>
          <a:xfrm>
            <a:off x="3587750" y="259571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lang="en-I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want to know immediately when my action was successful.”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2C42510F-7227-BA3D-EA29-35045DF71D29}"/>
              </a:ext>
            </a:extLst>
          </p:cNvPr>
          <p:cNvSpPr txBox="1"/>
          <p:nvPr/>
        </p:nvSpPr>
        <p:spPr>
          <a:xfrm>
            <a:off x="3582950" y="1290246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To complete online healthcare tasks  confidently.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o know whether an action was successful.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IN" dirty="0"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o receive clear instruction after an action.</a:t>
            </a: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1CE34866-F163-7ADD-BDBC-F3458FB5116C}"/>
              </a:ext>
            </a:extLst>
          </p:cNvPr>
          <p:cNvSpPr txBox="1"/>
          <p:nvPr/>
        </p:nvSpPr>
        <p:spPr>
          <a:xfrm>
            <a:off x="6326475" y="1290246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Too many options on homepage can confuse first time user.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I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any steps for even booking appointment.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Promational banner can distract user</a:t>
            </a:r>
            <a:r>
              <a:rPr lang="en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3D49B51D-226E-CA17-B17B-DDD6552208DD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Kshitij is a marketing executive with a busy schedule .he uses </a:t>
            </a:r>
            <a:r>
              <a:rPr lang="en-US" sz="12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eSanjeevani</a:t>
            </a:r>
            <a:r>
              <a:rPr lang="en-US" sz="12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for online healthcare services and expects clear </a:t>
            </a:r>
            <a:r>
              <a:rPr lang="en-US" sz="1200" dirty="0">
                <a:latin typeface="Google Sans"/>
                <a:ea typeface="Google Sans"/>
                <a:cs typeface="Google Sans"/>
                <a:sym typeface="Google Sans"/>
              </a:rPr>
              <a:t>confirmation after completing an action . When the status or confirmation is not immediately clear, he becomes unsure whether the action was completed successfully or needs to be prepared.  </a:t>
            </a:r>
            <a:endParaRPr sz="12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52C03930-485F-313C-C6F6-66CD12D11402}"/>
              </a:ext>
            </a:extLst>
          </p:cNvPr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3021302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676</Words>
  <Application>Microsoft Office PowerPoint</Application>
  <PresentationFormat>On-screen Show (16:9)</PresentationFormat>
  <Paragraphs>108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Google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JINU JAIN</dc:creator>
  <cp:lastModifiedBy>jinali jain</cp:lastModifiedBy>
  <cp:revision>1</cp:revision>
  <dcterms:modified xsi:type="dcterms:W3CDTF">2026-07-31T10:50:08Z</dcterms:modified>
</cp:coreProperties>
</file>